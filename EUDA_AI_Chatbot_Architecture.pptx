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EUDA AI-Driven Chatbot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Excel Analysis, Vector Embeddings, and Conversational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EUDA AI-Driven Chatbot processes Excel files to extract metadata, generate insights, embed them using Amazon Titan, and respond to user queries through a multi-agent conversational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File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Excel file is uploaded and parsed.</a:t>
            </a:r>
          </a:p>
          <a:p>
            <a:r>
              <a:t>2. Key modules:</a:t>
            </a:r>
          </a:p>
          <a:p>
            <a:r>
              <a:t>   - Metadata Extractor</a:t>
            </a:r>
          </a:p>
          <a:p>
            <a:r>
              <a:t>   - Macro Analyzer</a:t>
            </a:r>
          </a:p>
          <a:p>
            <a:r>
              <a:t>   - DB Connection Finder</a:t>
            </a:r>
          </a:p>
          <a:p>
            <a:r>
              <a:t>   - Formula Engine</a:t>
            </a:r>
          </a:p>
          <a:p>
            <a:r>
              <a:t>3. Outputs are consolidated into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Embedding with Amazon Titan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Processed reports are embedded using Amazon Titan 2.0.</a:t>
            </a:r>
          </a:p>
          <a:p>
            <a:r>
              <a:t>2. Embeddings are stored in a vector database for fast semantic search.</a:t>
            </a:r>
          </a:p>
          <a:p>
            <a:r>
              <a:t>3. Enables contextual understanding of future user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Conversational Workflow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Components:</a:t>
            </a:r>
          </a:p>
          <a:p>
            <a:r>
              <a:t>   - Context Manager</a:t>
            </a:r>
          </a:p>
          <a:p>
            <a:r>
              <a:t>   - Intent Detector</a:t>
            </a:r>
          </a:p>
          <a:p>
            <a:r>
              <a:t>   - Dynamic Router</a:t>
            </a:r>
          </a:p>
          <a:p>
            <a:r>
              <a:t>2. Agents:</a:t>
            </a:r>
          </a:p>
          <a:p>
            <a:r>
              <a:t>   - Metadata Expert</a:t>
            </a:r>
          </a:p>
          <a:p>
            <a:r>
              <a:t>   - Technical Analyst</a:t>
            </a:r>
          </a:p>
          <a:p>
            <a:r>
              <a:t>   - Summarization</a:t>
            </a:r>
          </a:p>
          <a:p>
            <a:r>
              <a:t>   - Software Engineer</a:t>
            </a:r>
          </a:p>
          <a:p>
            <a:r>
              <a:t>3. Routes queries based on detected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a natural language query.</a:t>
            </a:r>
          </a:p>
          <a:p>
            <a:r>
              <a:t>2. Query is processed to detect context and intent.</a:t>
            </a:r>
          </a:p>
          <a:p>
            <a:r>
              <a:t>3. Routed to relevant agent(s).</a:t>
            </a:r>
          </a:p>
          <a:p>
            <a:r>
              <a:t>4. Uses stored embeddings and processed data.</a:t>
            </a:r>
          </a:p>
          <a:p>
            <a:r>
              <a:t>5. Final output generated using Claude LLM.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